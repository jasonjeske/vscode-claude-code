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rial"/>
              </a:defRPr>
            </a:pPr>
            <a:r>
              <a:t>What we are reviewing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  <a:latin typeface="Arial"/>
              </a:defRPr>
            </a:pPr>
            <a:r>
              <a:t>Property-tax book-to-bill review, practice meeting,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latin typeface="Arial"/>
              </a:defRPr>
            </a:pPr>
            <a:r>
              <a:t>Four input files in practice/meeting-inputs</a:t>
            </a:r>
          </a:p>
          <a:p>
            <a:pPr>
              <a:spcAft>
                <a:spcPts val="800"/>
              </a:spcAft>
              <a:defRPr sz="1500" b="0">
                <a:latin typeface="Arial"/>
              </a:defRPr>
            </a:pPr>
            <a:r>
              <a:t>OH-book.xlsx and OH-bills.xlsx</a:t>
            </a:r>
          </a:p>
          <a:p>
            <a:pPr>
              <a:spcAft>
                <a:spcPts val="800"/>
              </a:spcAft>
              <a:defRPr sz="1500" b="0">
                <a:latin typeface="Arial"/>
              </a:defRPr>
            </a:pPr>
            <a:r>
              <a:t>TX-book.xlsx and TX-bills.xlsx</a:t>
            </a:r>
          </a:p>
          <a:p>
            <a:pPr>
              <a:spcAft>
                <a:spcPts val="800"/>
              </a:spcAft>
              <a:defRPr sz="1500" b="0">
                <a:latin typeface="Arial"/>
              </a:defRPr>
            </a:pPr>
            <a:r>
              <a:t>Six book rows and six bill rows per state</a:t>
            </a:r>
          </a:p>
          <a:p>
            <a:pPr>
              <a:spcAft>
                <a:spcPts val="800"/>
              </a:spcAft>
              <a:defRPr sz="1500" b="0">
                <a:latin typeface="Arial"/>
              </a:defRPr>
            </a:pPr>
            <a:r>
              <a:t>Each file carries its own source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3931920" cy="301752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761"/>
                </a:solidFill>
                <a:latin typeface="Arial"/>
              </a:defRPr>
            </a:pPr>
            <a:r>
              <a:t>Key = State + Tax year + Property ID</a:t>
            </a:r>
          </a:p>
          <a:p>
            <a:pPr>
              <a:spcAft>
                <a:spcPts val="800"/>
              </a:spcAft>
              <a:defRPr sz="1400" b="0">
                <a:solidFill>
                  <a:srgbClr val="1E2761"/>
                </a:solidFill>
                <a:latin typeface="Arial"/>
              </a:defRPr>
            </a:pPr>
            <a:r>
              <a:t>Property ID stays text, leading zero kept</a:t>
            </a:r>
          </a:p>
          <a:p>
            <a:pPr>
              <a:spcAft>
                <a:spcPts val="800"/>
              </a:spcAft>
              <a:defRPr sz="1400" b="0">
                <a:solidFill>
                  <a:srgbClr val="1E2761"/>
                </a:solidFill>
                <a:latin typeface="Arial"/>
              </a:defRPr>
            </a:pPr>
            <a:r>
              <a:t>Amounts are invented USD</a:t>
            </a:r>
          </a:p>
          <a:p>
            <a:pPr>
              <a:spcAft>
                <a:spcPts val="800"/>
              </a:spcAft>
              <a:defRPr sz="1400" b="0">
                <a:solidFill>
                  <a:srgbClr val="1E2761"/>
                </a:solidFill>
                <a:latin typeface="Arial"/>
              </a:defRPr>
            </a:pPr>
            <a:r>
              <a:t>No rates, payments, or deadlines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  <a:latin typeface="Arial"/>
              </a:defRPr>
            </a:pPr>
            <a:r>
              <a:t>FICTIONAL TRAINING DATA - NOT TAX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rial"/>
              </a:defRPr>
            </a:pPr>
            <a:r>
              <a:t>How the review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463040" cy="594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48132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latin typeface="Arial"/>
              </a:defRPr>
            </a:pPr>
            <a:r>
              <a:t>Pair book rows with bill rows on the three-field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1463040" cy="594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Compare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25856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latin typeface="Arial"/>
              </a:defRPr>
            </a:pPr>
            <a:r>
              <a:t>Bill USD minus Book USD for every matched 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1463040" cy="594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0358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latin typeface="Arial"/>
              </a:defRPr>
            </a:pPr>
            <a:r>
              <a:t>Book-only rows and bill-only rows, shown separately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03320"/>
            <a:ext cx="1463040" cy="594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Tie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81304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latin typeface="Arial"/>
              </a:defRPr>
            </a:pPr>
            <a:r>
              <a:t>Source totals must agree with the result totals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  <a:latin typeface="Arial"/>
              </a:defRPr>
            </a:pPr>
            <a:r>
              <a:t>FICTIONAL TRAINING DATA - NOT TAX ADVICE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761"/>
                </a:solidFill>
                <a:latin typeface="Arial"/>
              </a:defRPr>
            </a:pPr>
            <a:r>
              <a:t>Questions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023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latin typeface="Arial"/>
              </a:defRPr>
            </a:pPr>
            <a:r>
              <a:t>Which properties match exactly?</a:t>
            </a:r>
          </a:p>
          <a:p>
            <a:pPr>
              <a:spcAft>
                <a:spcPts val="800"/>
              </a:spcAft>
              <a:defRPr sz="1500" b="0">
                <a:latin typeface="Arial"/>
              </a:defRPr>
            </a:pPr>
            <a:r>
              <a:t>Which matched pairs differ, and by how much?</a:t>
            </a:r>
          </a:p>
          <a:p>
            <a:pPr>
              <a:spcAft>
                <a:spcPts val="800"/>
              </a:spcAft>
              <a:defRPr sz="1500" b="0">
                <a:latin typeface="Arial"/>
              </a:defRPr>
            </a:pPr>
            <a:r>
              <a:t>Which rows appear on one side only?</a:t>
            </a:r>
          </a:p>
          <a:p>
            <a:pPr>
              <a:spcAft>
                <a:spcPts val="800"/>
              </a:spcAft>
              <a:defRPr sz="1500" b="0">
                <a:latin typeface="Arial"/>
              </a:defRPr>
            </a:pPr>
            <a:r>
              <a:t>Do the four source totals tie to the result?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3931920" cy="301752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761"/>
                </a:solidFill>
                <a:latin typeface="Arial"/>
              </a:defRPr>
            </a:pPr>
            <a:r>
              <a:t>Next: build the reconciliation workbook</a:t>
            </a:r>
          </a:p>
          <a:p>
            <a:pPr>
              <a:spcAft>
                <a:spcPts val="800"/>
              </a:spcAft>
              <a:defRPr sz="1400" b="0">
                <a:solidFill>
                  <a:srgbClr val="1E2761"/>
                </a:solidFill>
                <a:latin typeface="Arial"/>
              </a:defRPr>
            </a:pPr>
            <a:r>
              <a:t>Then: build the dashboard from that workbook</a:t>
            </a:r>
          </a:p>
          <a:p>
            <a:pPr>
              <a:spcAft>
                <a:spcPts val="800"/>
              </a:spcAft>
              <a:defRPr sz="1400" b="0">
                <a:solidFill>
                  <a:srgbClr val="1E2761"/>
                </a:solidFill>
                <a:latin typeface="Arial"/>
              </a:defRPr>
            </a:pPr>
            <a:r>
              <a:t>Causes and deadlines are not in this kit</a:t>
            </a:r>
          </a:p>
          <a:p>
            <a:pPr>
              <a:spcAft>
                <a:spcPts val="800"/>
              </a:spcAft>
              <a:defRPr sz="1400" b="0">
                <a:solidFill>
                  <a:srgbClr val="1E2761"/>
                </a:solidFill>
                <a:latin typeface="Arial"/>
              </a:defRPr>
            </a:pPr>
            <a:r>
              <a:t>Save all new work in outputs/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  <a:latin typeface="Arial"/>
              </a:defRPr>
            </a:pPr>
            <a:r>
              <a:t>FICTIONAL TRAINING DATA - NOT TAX ADVICE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>Office course</dc:creator>
  <ns0:keywords/>
  <dc:description>generated using python-pptx</dc:description>
  <ns0:lastModifiedBy>Office course</ns0:lastModifiedBy>
  <ns0:revision>1</ns0:revision>
  <ns2:created xsi:type="dcterms:W3CDTF">2013-01-27T09:14:16Z</ns2:created>
  <ns2:modified xsi:type="dcterms:W3CDTF">2013-01-27T09:15:58Z</ns2:modified>
  <ns0:category/>
</ns0:coreProperties>
</file>