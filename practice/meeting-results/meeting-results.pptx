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Book USD</c:v>
                </c:pt>
              </c:strCache>
            </c:strRef>
          </c:tx>
          <c:spPr>
            <a:solidFill>
              <a:srgbClr val="34508F"/>
            </a:solidFill>
          </c:spPr>
          <c:cat>
            <c:strRef>
              <c:f>Sheet1!$A$2:$A$3</c:f>
              <c:strCache>
                <c:ptCount val="2"/>
                <c:pt idx="0">
                  <c:v>Ohio</c:v>
                </c:pt>
                <c:pt idx="1">
                  <c:v>Texas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90000</c:v>
                </c:pt>
                <c:pt idx="1">
                  <c:v>100000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Bill USD</c:v>
                </c:pt>
              </c:strCache>
            </c:strRef>
          </c:tx>
          <c:spPr>
            <a:solidFill>
              <a:srgbClr val="B87333"/>
            </a:solidFill>
          </c:spPr>
          <c:cat>
            <c:strRef>
              <c:f>Sheet1!$A$2:$A$3</c:f>
              <c:strCache>
                <c:ptCount val="2"/>
                <c:pt idx="0">
                  <c:v>Ohio</c:v>
                </c:pt>
                <c:pt idx="1">
                  <c:v>Texas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92000</c:v>
                </c:pt>
                <c:pt idx="1">
                  <c:v>101200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DD3C2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Property-tax book-to-bill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CADCFC"/>
                </a:solidFill>
                <a:latin typeface="Arial"/>
              </a:defRPr>
            </a:pPr>
            <a:r>
              <a:t>Ohio and Texas, tax year 2026 · results from meeting-reconciliation.xlsx, recalculated in Excel, 12 of 12 checks 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51760" cy="1463040"/>
          </a:xfrm>
          <a:prstGeom prst="roundRect">
            <a:avLst/>
          </a:prstGeom>
          <a:solidFill>
            <a:srgbClr val="FAF6EF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5555"/>
                </a:solidFill>
                <a:latin typeface="Arial"/>
              </a:defRPr>
            </a:pPr>
            <a:r>
              <a:t>BOOK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1E2761"/>
                </a:solidFill>
                <a:latin typeface="Arial"/>
              </a:defRPr>
            </a:pPr>
            <a:r>
              <a:t>$190,000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12 book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651760" cy="1463040"/>
          </a:xfrm>
          <a:prstGeom prst="roundRect">
            <a:avLst/>
          </a:prstGeom>
          <a:solidFill>
            <a:srgbClr val="FAF6EF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5555"/>
                </a:solidFill>
                <a:latin typeface="Arial"/>
              </a:defRPr>
            </a:pPr>
            <a:r>
              <a:t>BILL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76479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1E2761"/>
                </a:solidFill>
                <a:latin typeface="Arial"/>
              </a:defRPr>
            </a:pPr>
            <a:r>
              <a:t>$193,200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12 bill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651760" cy="1463040"/>
          </a:xfrm>
          <a:prstGeom prst="roundRect">
            <a:avLst/>
          </a:prstGeom>
          <a:solidFill>
            <a:srgbClr val="FAF6EF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5555"/>
                </a:solidFill>
                <a:latin typeface="Arial"/>
              </a:defRPr>
            </a:pPr>
            <a:r>
              <a:t>BILL MINUS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6479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1E2761"/>
                </a:solidFill>
                <a:latin typeface="Arial"/>
              </a:defRPr>
            </a:pPr>
            <a:r>
              <a:t>+$3,200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Full difference, both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2651760" cy="1463040"/>
          </a:xfrm>
          <a:prstGeom prst="roundRect">
            <a:avLst/>
          </a:prstGeom>
          <a:solidFill>
            <a:srgbClr val="FAF6EF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5555"/>
                </a:solidFill>
                <a:latin typeface="Arial"/>
              </a:defRPr>
            </a:pPr>
            <a:r>
              <a:t>EXACT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1E2761"/>
                </a:solidFill>
                <a:latin typeface="Arial"/>
              </a:defRPr>
            </a:pPr>
            <a:r>
              <a:t>8 of 13 (61.5%)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13 properties by State + Year +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017520"/>
            <a:ext cx="2651760" cy="1463040"/>
          </a:xfrm>
          <a:prstGeom prst="roundRect">
            <a:avLst/>
          </a:prstGeom>
          <a:solidFill>
            <a:srgbClr val="FAF6EF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5555"/>
                </a:solidFill>
                <a:latin typeface="Arial"/>
              </a:defRPr>
            </a:pPr>
            <a:r>
              <a:t>EXCEPTIONS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36499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1E2761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3 amount differences, 1 book-only, 1 bill-only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017520"/>
            <a:ext cx="2651760" cy="1463040"/>
          </a:xfrm>
          <a:prstGeom prst="roundRect">
            <a:avLst/>
          </a:prstGeom>
          <a:solidFill>
            <a:srgbClr val="FAF6EF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5555"/>
                </a:solidFill>
                <a:latin typeface="Arial"/>
              </a:defRPr>
            </a:pPr>
            <a:r>
              <a:t>MATCHED NET VS GROSS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364991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E2761"/>
                </a:solidFill>
                <a:latin typeface="Arial"/>
              </a:defRPr>
            </a:pPr>
            <a:r>
              <a:t>+$1,200 net, $2,200 gross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Gross is the size of the matched items to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 · invented USD, tax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E2761"/>
                </a:solidFill>
                <a:latin typeface="Arial"/>
              </a:defRPr>
            </a:pPr>
            <a:r>
              <a:t>State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 · invented USD, tax year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51206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1188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B1B1F"/>
                </a:solidFill>
                <a:latin typeface="Arial"/>
              </a:defRPr>
            </a:pPr>
            <a:r>
              <a:t>Ohio: bills exceed books by +$2,000</a:t>
            </a:r>
          </a:p>
          <a:p>
            <a:pPr>
              <a:spcAft>
                <a:spcPts val="1000"/>
              </a:spcAft>
              <a:defRPr sz="1300" b="0">
                <a:solidFill>
                  <a:srgbClr val="1B1B1F"/>
                </a:solidFill>
                <a:latin typeface="Arial"/>
              </a:defRPr>
            </a:pPr>
            <a:r>
              <a:t>Ohio matched items net to $0 but gross $1,000</a:t>
            </a:r>
          </a:p>
          <a:p>
            <a:pPr>
              <a:spcAft>
                <a:spcPts val="1000"/>
              </a:spcAft>
              <a:defRPr sz="1300" b="0">
                <a:solidFill>
                  <a:srgbClr val="1B1B1F"/>
                </a:solidFill>
                <a:latin typeface="Arial"/>
              </a:defRPr>
            </a:pPr>
            <a:r>
              <a:t>Ohio also has one book-only ($14,000) and one bill-only ($16,000) item</a:t>
            </a:r>
          </a:p>
          <a:p>
            <a:pPr>
              <a:spcAft>
                <a:spcPts val="1000"/>
              </a:spcAft>
              <a:defRPr sz="1300" b="0">
                <a:solidFill>
                  <a:srgbClr val="1B1B1F"/>
                </a:solidFill>
                <a:latin typeface="Arial"/>
              </a:defRPr>
            </a:pPr>
            <a:r>
              <a:t>Texas: bills exceed books by +$1,200, all from one property</a:t>
            </a:r>
          </a:p>
          <a:p>
            <a:pPr>
              <a:spcAft>
                <a:spcPts val="1000"/>
              </a:spcAft>
              <a:defRPr sz="1300" b="0">
                <a:solidFill>
                  <a:srgbClr val="1B1B1F"/>
                </a:solidFill>
                <a:latin typeface="Arial"/>
              </a:defRPr>
            </a:pPr>
            <a:r>
              <a:t>Texas has no missing counterparts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E2761"/>
                </a:solidFill>
                <a:latin typeface="Arial"/>
              </a:defRPr>
            </a:pPr>
            <a:r>
              <a:t>Exceptions: 5 of 13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 · invented USD, tax year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1371600"/>
                <a:gridCol w="1371600"/>
                <a:gridCol w="1097280"/>
                <a:gridCol w="1280160"/>
                <a:gridCol w="146304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 ID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Book USD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Bill USD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Bill minus Book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 rows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010002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$18,500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+$500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Amount difference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OH-book row 6; OH-bills row 6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010003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-$500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Amount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OH-book row 7; OH-bills row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010006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$14,000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3261E"/>
                          </a:solidFill>
                          <a:latin typeface="Arial"/>
                        </a:defRPr>
                      </a:pPr>
                      <a:r>
                        <a:t>Missing (no bill)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Book only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OH-book row 10; no bill row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010007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3261E"/>
                          </a:solidFill>
                          <a:latin typeface="Arial"/>
                        </a:defRPr>
                      </a:pPr>
                      <a:r>
                        <a:t>Missing (no book row)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Bill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no book row; OH-bills row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TX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020003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$24,000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$25,200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+$1,200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Amount difference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Arial"/>
                        </a:defRPr>
                      </a:pPr>
                      <a:r>
                        <a:t>TX-book row 7; TX-bills row 7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Missing means no record on that side; it is not a zero. Property IDs are text with the leading zero kept. No cause is supplied for any item.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E2761"/>
                </a:solidFill>
                <a:latin typeface="Arial"/>
              </a:defRPr>
            </a:pPr>
            <a:r>
              <a:t>Reconciliation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 · invented USD, tax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B1B1F"/>
                </a:solidFill>
                <a:latin typeface="Arial"/>
              </a:defRPr>
            </a:pPr>
            <a:r>
              <a:t>Matched net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07592"/>
            <a:ext cx="3657600" cy="29260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1307592"/>
            <a:ext cx="137160" cy="292608"/>
          </a:xfrm>
          <a:prstGeom prst="rect">
            <a:avLst/>
          </a:prstGeom>
          <a:solidFill>
            <a:srgbClr val="34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E2761"/>
                </a:solidFill>
                <a:latin typeface="Arial"/>
              </a:defRPr>
            </a:pPr>
            <a:r>
              <a:t>+$1,200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B1B1F"/>
                </a:solidFill>
                <a:latin typeface="Arial"/>
              </a:defRPr>
            </a:pPr>
            <a:r>
              <a:t>+ Bill-only amounts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039112"/>
            <a:ext cx="3657600" cy="29260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2039112"/>
            <a:ext cx="1828800" cy="292608"/>
          </a:xfrm>
          <a:prstGeom prst="rect">
            <a:avLst/>
          </a:prstGeom>
          <a:solidFill>
            <a:srgbClr val="9C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E2761"/>
                </a:solidFill>
                <a:latin typeface="Arial"/>
              </a:defRPr>
            </a:pPr>
            <a:r>
              <a:t>+$16,000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1B1B1F"/>
                </a:solidFill>
                <a:latin typeface="Arial"/>
              </a:defRPr>
            </a:pPr>
            <a:r>
              <a:t>- Book-only amounts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70632"/>
            <a:ext cx="3657600" cy="29260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39" y="2770632"/>
            <a:ext cx="1600200" cy="292608"/>
          </a:xfrm>
          <a:prstGeom prst="rect">
            <a:avLst/>
          </a:prstGeom>
          <a:solidFill>
            <a:srgbClr val="00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697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E2761"/>
                </a:solidFill>
                <a:latin typeface="Arial"/>
              </a:defRPr>
            </a:pPr>
            <a:r>
              <a:t>-$14,000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B87333"/>
                </a:solidFill>
                <a:latin typeface="Arial"/>
              </a:defRPr>
            </a:pPr>
            <a:r>
              <a:t>= Bill minus 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502152"/>
            <a:ext cx="3657600" cy="292608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3502152"/>
            <a:ext cx="365760" cy="29260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429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E2761"/>
                </a:solidFill>
                <a:latin typeface="Arial"/>
              </a:defRPr>
            </a:pPr>
            <a:r>
              <a:t>+$3,200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Bridge ties: +$1,200 + $16,000 - $14,000 = +$3,200, and $193,200 - $190,000 = +$3,200.  Gross matched difference $2,200 sizes the review work; it is not part of the bridge.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E2761"/>
                </a:solidFill>
                <a:latin typeface="Arial"/>
              </a:defRPr>
            </a:pPr>
            <a:r>
              <a:t>Questions to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 · invented USD, tax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B1B1F"/>
                </a:solidFill>
                <a:latin typeface="Arial"/>
              </a:defRPr>
            </a:pPr>
            <a:r>
              <a:t>1. Ohio 010002 (+$500) and 010003 (-$500): what explains each difference? They offset to zero in total, and each one still needs its own explanation.</a:t>
            </a:r>
          </a:p>
          <a:p>
            <a:pPr>
              <a:spcAft>
                <a:spcPts val="1000"/>
              </a:spcAft>
              <a:defRPr sz="1400" b="0">
                <a:solidFill>
                  <a:srgbClr val="1B1B1F"/>
                </a:solidFill>
                <a:latin typeface="Arial"/>
              </a:defRPr>
            </a:pPr>
            <a:r>
              <a:t>2. Ohio 010006: the book shows $14,000 and no bill was received. Is a bill expected?</a:t>
            </a:r>
          </a:p>
          <a:p>
            <a:pPr>
              <a:spcAft>
                <a:spcPts val="1000"/>
              </a:spcAft>
              <a:defRPr sz="1400" b="0">
                <a:solidFill>
                  <a:srgbClr val="1B1B1F"/>
                </a:solidFill>
                <a:latin typeface="Arial"/>
              </a:defRPr>
            </a:pPr>
            <a:r>
              <a:t>3. Ohio 010007: a $16,000 bill arrived with no book row. Should a book record be created?</a:t>
            </a:r>
          </a:p>
          <a:p>
            <a:pPr>
              <a:spcAft>
                <a:spcPts val="1000"/>
              </a:spcAft>
              <a:defRPr sz="1400" b="0">
                <a:solidFill>
                  <a:srgbClr val="1B1B1F"/>
                </a:solidFill>
                <a:latin typeface="Arial"/>
              </a:defRPr>
            </a:pPr>
            <a:r>
              <a:t>4. Texas 020003: the bill is $1,200 above the book. Which figure is right?</a:t>
            </a:r>
          </a:p>
          <a:p>
            <a:pPr>
              <a:spcAft>
                <a:spcPts val="1000"/>
              </a:spcAft>
              <a:defRPr sz="1400" b="0">
                <a:solidFill>
                  <a:srgbClr val="1B1B1F"/>
                </a:solidFill>
                <a:latin typeface="Arial"/>
              </a:defRPr>
            </a:pPr>
            <a:r>
              <a:t>5. Who owns each open item, and what is the review date?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77639"/>
            <a:ext cx="8229600" cy="594360"/>
          </a:xfrm>
          <a:prstGeom prst="round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4164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761"/>
                </a:solidFill>
                <a:latin typeface="Arial"/>
              </a:defRPr>
            </a:pPr>
            <a:r>
              <a:t>Next: assign an owner and a date to each item. Answers are not in the inputs; nothing here decides a tax 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>Office course</dc:creator>
  <ns0:keywords/>
  <dc:description>generated using python-pptx</dc:description>
  <ns0:lastModifiedBy>Office course</ns0:lastModifiedBy>
  <ns0:revision>1</ns0:revision>
  <ns2:created xsi:type="dcterms:W3CDTF">2013-01-27T09:14:16Z</ns2:created>
  <ns2:modified xsi:type="dcterms:W3CDTF">2013-01-27T09:15:58Z</ns2:modified>
  <ns0:category/>
</ns0:coreProperties>
</file>